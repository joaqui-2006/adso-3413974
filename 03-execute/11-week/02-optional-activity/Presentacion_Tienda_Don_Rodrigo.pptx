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4D">
              <a:alpha val="40000"/>
            </a:srgbClr>
          </a:solidFill>
          <a:ln w="12700">
            <a:solidFill>
              <a:srgbClr val="0A4D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2040">
              <a:alpha val="5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Don Rodrigo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Inteligente 2026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 tu tienda y vende más sin complicaciones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4D">
              <a:alpha val="40000"/>
            </a:srgbClr>
          </a:solidFill>
          <a:ln w="12700">
            <a:solidFill>
              <a:srgbClr val="0A4D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2040">
              <a:alpha val="5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Retos del Negocio Tradicional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Críticos: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vencidos sin detectar a tiempo.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856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258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incorrectos por error humano.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5496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825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de clientes en papeles sueltos.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92424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3924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 de jornada lentos y confusos.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5577840" y="100584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1A2B3C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577840" y="2011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4D">
              <a:alpha val="40000"/>
            </a:srgbClr>
          </a:solidFill>
          <a:ln w="12700">
            <a:solidFill>
              <a:srgbClr val="0A4D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2040">
              <a:alpha val="5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Optimice su Operación Diaria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2B3C"/>
          </a:solidFill>
          <a:ln w="12700">
            <a:solidFill>
              <a:srgbClr val="253D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" y="288036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Conozca las unidades exactas de cada producto sin hacer conteos manuales.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2801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2B3C"/>
          </a:solidFill>
          <a:ln w="12700">
            <a:solidFill>
              <a:srgbClr val="253D5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108" y="1554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55848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Sin Fallas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29000" y="288036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calcula precios, descuentos y vuelto de forma automática e instantánea.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17336" y="12801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2B3C"/>
          </a:solidFill>
          <a:ln w="12700">
            <a:solidFill>
              <a:srgbClr val="253D5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036" y="15544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08776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Organizados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281928" y="288036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los fíos por cliente con historial, montos y fechas de pago.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4D">
              <a:alpha val="40000"/>
            </a:srgbClr>
          </a:solidFill>
          <a:ln w="12700">
            <a:solidFill>
              <a:srgbClr val="0A4D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2040">
              <a:alpha val="5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que Marcan la Diferencia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2B3C"/>
          </a:solidFill>
          <a:ln w="12700">
            <a:solidFill>
              <a:srgbClr val="253D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Diarios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" y="288036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Visualice sus ventas, ganancias y productos más vendidos con un solo clic.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2801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2B3C"/>
          </a:solidFill>
          <a:ln w="12700">
            <a:solidFill>
              <a:srgbClr val="253D5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108" y="1554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55848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Reabastecimiento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29000" y="288036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cuando un artículo está próximo a agotarse.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17336" y="12801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A2B3C"/>
          </a:solidFill>
          <a:ln w="12700">
            <a:solidFill>
              <a:srgbClr val="253D5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036" y="15544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08776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tu Celular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281928" y="288036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Acceda al sistema desde cualquier dispositivo. Sin instalaciones complicadas.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4D">
              <a:alpha val="40000"/>
            </a:srgbClr>
          </a:solidFill>
          <a:ln w="12700">
            <a:solidFill>
              <a:srgbClr val="0A4D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2040">
              <a:alpha val="5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Abastecido, Siempre Listo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nuestra plataforma, recibirá alertas inteligentes antes de que cualquier producto se agote. Programe pedidos con anticipación y garantice que su estante siempre esté lleno.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Organice su inventario por categorías: abarrotes, lácteos, aseo, bebidas y más.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0" y="22860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13203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8229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Estante Organizado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94960" y="265176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13203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3246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Precios Actualizados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4D">
              <a:alpha val="40000"/>
            </a:srgbClr>
          </a:solidFill>
          <a:ln w="12700">
            <a:solidFill>
              <a:srgbClr val="0A4D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2040">
              <a:alpha val="5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Artesanal a lo Profesional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(Manual)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Don Rodrigo Digital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Ventas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Papeles y recibos a mano (lento)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Automático y en segundos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Créditos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Cuadernos (fáciles de perder)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seguro y por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 visual (inexacto)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automáticas en tiempo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Informes de Ganancias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Estimaciones / Ninguno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Gráficas y datos exactos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Tienda Don Rodrigo - Sistema de Gestión</dc:title>
  <dc:subject>PptxGenJS Presentation</dc:subject>
  <dc:creator>PptxGenJS</dc:creator>
  <cp:lastModifiedBy>PptxGenJS</cp:lastModifiedBy>
  <cp:revision>1</cp:revision>
  <dcterms:created xsi:type="dcterms:W3CDTF">2026-05-16T15:12:21Z</dcterms:created>
  <dcterms:modified xsi:type="dcterms:W3CDTF">2026-05-16T15:12:21Z</dcterms:modified>
</cp:coreProperties>
</file>